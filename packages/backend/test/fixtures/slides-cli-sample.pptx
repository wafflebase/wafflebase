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/>
  </a:themeElements>
</a:theme>
</file>